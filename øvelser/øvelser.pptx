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554" r:id="rId3"/>
    <p:sldId id="555" r:id="rId4"/>
    <p:sldId id="556" r:id="rId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/>
    <p:restoredTop sz="94694"/>
  </p:normalViewPr>
  <p:slideViewPr>
    <p:cSldViewPr snapToGrid="0" snapToObjects="1">
      <p:cViewPr varScale="1">
        <p:scale>
          <a:sx n="128" d="100"/>
          <a:sy n="128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CD956-20AF-FE4C-833C-2EABA02B7EAD}" type="datetimeFigureOut">
              <a:rPr lang="da-DK" smtClean="0"/>
              <a:t>20.09.2021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FAE76F-7B6E-5840-BDC0-5EF83B0EBBA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14743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EFE81-E954-7D41-B902-F3AA8C86B2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8F474-506C-0B49-8086-104387E13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BE88A-AB16-4C49-A30B-79702CB27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7364-276C-E94B-9477-B3EF40BA4A6C}" type="datetimeFigureOut">
              <a:rPr lang="da-DK" smtClean="0"/>
              <a:t>20.09.2021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928FD-0796-4C4B-BEAA-00518C292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CE8D7-394B-944B-871C-BD4BB9378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DA63F-55F8-F341-A4E8-B01AB6345A6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51970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03DF9-4CFB-F546-9D6D-E3C66DC45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8EECF-1BB0-9E40-B487-C3B8E043F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E0029-F4C1-C742-A8F6-7629D5118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7364-276C-E94B-9477-B3EF40BA4A6C}" type="datetimeFigureOut">
              <a:rPr lang="da-DK" smtClean="0"/>
              <a:t>20.09.2021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90807-266F-7241-8318-CC5C11456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2D4A6-38CE-E743-BBAC-3821A813E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DA63F-55F8-F341-A4E8-B01AB6345A6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03449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41632-8051-C746-9A77-D523DA972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0F762-082B-0F40-A225-641BB8BDB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0FD27-2173-C549-9FC6-5CBAE017D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7364-276C-E94B-9477-B3EF40BA4A6C}" type="datetimeFigureOut">
              <a:rPr lang="da-DK" smtClean="0"/>
              <a:t>20.09.2021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4C6EB-0BFD-704C-ACB2-4D58B748A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68484-802C-1444-8915-6C819354A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DA63F-55F8-F341-A4E8-B01AB6345A6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8981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EEED-29C8-5C47-84BD-57F0F1707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092A7-22B9-FE4D-B7FD-3DAEF8779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6C9FA-F322-8946-8382-7B61544A0B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7A53C-B3F0-B849-BB43-B961B795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7364-276C-E94B-9477-B3EF40BA4A6C}" type="datetimeFigureOut">
              <a:rPr lang="da-DK" smtClean="0"/>
              <a:t>20.09.2021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B2FD2A-D816-A542-9563-CD39FB22D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B4A10-58FC-474C-92F6-3E244A1FF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DA63F-55F8-F341-A4E8-B01AB6345A6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20393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D8783-8E45-1B48-BCFD-9420971E5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ED8FB-B9AF-8A45-B284-D0FF672ED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275D9-C20D-0743-BB5A-C2333C8A7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220652-9516-EC4D-B1DC-F1D5128FC6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DAF4B1-8058-464D-8B66-5F1731EFEA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CADB1B-9CF8-3745-B901-BEB9AE859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7364-276C-E94B-9477-B3EF40BA4A6C}" type="datetimeFigureOut">
              <a:rPr lang="da-DK" smtClean="0"/>
              <a:t>20.09.2021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F1D34D-956B-8546-A80A-F231C0680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6D2C93-6D72-6548-B2FD-608590552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DA63F-55F8-F341-A4E8-B01AB6345A6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92130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F9D0D-20D2-1840-BE46-58D387731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159E3B-0562-B540-BFEB-989A46144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7364-276C-E94B-9477-B3EF40BA4A6C}" type="datetimeFigureOut">
              <a:rPr lang="da-DK" smtClean="0"/>
              <a:t>20.09.2021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23A0AE-779C-2D4B-B12F-58BCC326F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8BBD6F-A908-4945-8E9F-1F8B1F564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DA63F-55F8-F341-A4E8-B01AB6345A6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13207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C52A22-1D85-A644-A1FA-EBE899B25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7364-276C-E94B-9477-B3EF40BA4A6C}" type="datetimeFigureOut">
              <a:rPr lang="da-DK" smtClean="0"/>
              <a:t>20.09.2021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2D10F2-E9DE-A044-BAF6-03D383EED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5815E-12C9-7E4A-9A39-C09EEA261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DA63F-55F8-F341-A4E8-B01AB6345A6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15737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D6343-7DC1-4342-8D26-D09E75631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50C8A-708A-BE4F-A5AC-BBC6AED3D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31D0A9-A8BC-7C49-B120-CF9BE3CE6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FF6BF-C751-E443-82F9-00EBA52F6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7364-276C-E94B-9477-B3EF40BA4A6C}" type="datetimeFigureOut">
              <a:rPr lang="da-DK" smtClean="0"/>
              <a:t>20.09.2021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DFC0D-CAA3-9F46-A919-DEB8CC85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25DE6-0F50-F74B-9B57-247D5457E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DA63F-55F8-F341-A4E8-B01AB6345A6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42814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FCE48-59D2-F541-B2CC-68B961CC0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0DCC03-DB93-2540-87DD-F10CA46EA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00686-BD48-B14F-8AB9-85A79FCFF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B1C6D-C02B-4949-821C-C0DA6BFDC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7364-276C-E94B-9477-B3EF40BA4A6C}" type="datetimeFigureOut">
              <a:rPr lang="da-DK" smtClean="0"/>
              <a:t>20.09.2021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D272C-19EA-2949-9845-AC2F5FC86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8BB225-03FE-DC43-8B29-CF06EB9B6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DA63F-55F8-F341-A4E8-B01AB6345A6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24830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01A02-F83E-2F40-9B18-60AC3E905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83E15C-E787-6D4E-863B-19F015421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BF8CD-405C-2F40-80D4-FB2896EDA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7364-276C-E94B-9477-B3EF40BA4A6C}" type="datetimeFigureOut">
              <a:rPr lang="da-DK" smtClean="0"/>
              <a:t>20.09.2021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C97EB-AB86-5149-8BB1-74D10FF33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9B0EB-4240-3A45-BC16-4182E1EEF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DA63F-55F8-F341-A4E8-B01AB6345A6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51049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B27FF1-EC44-B746-9EC4-A1C5939DEA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2F883D-6708-924B-97C0-D9B70591F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9A7CD-0364-5648-ACBD-F5CE4D7EF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7364-276C-E94B-9477-B3EF40BA4A6C}" type="datetimeFigureOut">
              <a:rPr lang="da-DK" smtClean="0"/>
              <a:t>20.09.2021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82D18-A15A-9846-B62F-D543EDA1D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6F0A1-7C3E-1F49-8933-E90CF6008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DA63F-55F8-F341-A4E8-B01AB6345A6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20274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17BBFD-DD36-F649-B99C-80BF68B64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24438-21DB-A94F-8F0E-1E7C4DA63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9F396-F28A-D342-86A7-A444586844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A7364-276C-E94B-9477-B3EF40BA4A6C}" type="datetimeFigureOut">
              <a:rPr lang="da-DK" smtClean="0"/>
              <a:t>20.09.2021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A6501-0ACE-594F-8B90-4CAFB9ED1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F1A22-68FE-264E-BB2E-190199742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DA63F-55F8-F341-A4E8-B01AB6345A6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63554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A1F33-8EE5-0C4C-BDDC-D14DAA515F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 err="1"/>
              <a:t>Øvelser</a:t>
            </a:r>
            <a:endParaRPr lang="en-US" sz="5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F8840B-142D-EC46-95CA-7B10AABEE7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MUL, 1. sem. 2021</a:t>
            </a:r>
          </a:p>
        </p:txBody>
      </p:sp>
    </p:spTree>
    <p:extLst>
      <p:ext uri="{BB962C8B-B14F-4D97-AF65-F5344CB8AC3E}">
        <p14:creationId xmlns:p14="http://schemas.microsoft.com/office/powerpoint/2010/main" val="2526789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F049E81C-D665-644A-AB4C-2B4B65582D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418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pplication&#10;&#10;Description automatically generated with low confidence">
            <a:extLst>
              <a:ext uri="{FF2B5EF4-FFF2-40B4-BE49-F238E27FC236}">
                <a16:creationId xmlns:a16="http://schemas.microsoft.com/office/drawing/2014/main" id="{23768A84-E9F6-B347-9A58-022F026F26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67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B0E0A319-1E9D-6140-818B-425C593EC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585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E27BDD3A-47A6-2F46-B997-DF5BF01DE0D9}" vid="{F5589A15-D972-8748-9682-B54067D99B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</TotalTime>
  <Words>8</Words>
  <Application>Microsoft Macintosh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Øvelser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Interaction Design</dc:title>
  <dc:creator>Morten Rold (MORO - Lektor - Cphbusiness)</dc:creator>
  <cp:lastModifiedBy>Morten Rold (MORO - Lektor - Cphbusiness)</cp:lastModifiedBy>
  <cp:revision>30</cp:revision>
  <dcterms:created xsi:type="dcterms:W3CDTF">2020-08-31T14:11:14Z</dcterms:created>
  <dcterms:modified xsi:type="dcterms:W3CDTF">2021-09-20T09:56:57Z</dcterms:modified>
</cp:coreProperties>
</file>